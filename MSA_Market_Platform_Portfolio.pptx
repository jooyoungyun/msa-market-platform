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33203-D2EA-1D45-B433-9495DCA093E5}" type="datetimeFigureOut">
              <a:rPr lang="en-US" altLang="ko-KR"/>
              <a:t>9/10/2026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6509D-9D16-7043-89B7-2F90A5428B69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39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Cloud 기반 MSA E-Commerce 플랫폼 포트폴리오입니다. 주문과 재고를 Kafka 이벤트로 연결하고, 이벤트가 어느 단계까지 처리됐는지 추적할 수 있게 만든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서비스, 5단계 이벤트 추적, 11개 UI 라우트, ELK 4종 스택. 가장 강조하고 싶은 부분은 이벤트 추적 로그입니다.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기반이 강의 예제라는 점을 먼저 밝힙니다. 숨기지 않는 편이 신뢰를 얻고, 기존 코드를 읽고 확장한 역량으로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행의 오른쪽이 제가 설계하고 구현한 부분입니다. 특히 Kafka 이벤트 추적과 Role 기반 인가는 강의 예제에 없던 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외부 요청은 게이트웨이 한 곳을 통과합니다. 서비스 간 위치는 Eureka로 해석하고, 주문과 재고는 Kafka로만 연결해 결합을 끊었습니다.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기반은 Spring Boot 2.4입니다. 최신 스택으로의 마이그레이션 계획을 마지막에 함께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주문 생성 응답 헤더에 이벤트 ID를 실어 보내고, 그 ID로 이후 처리 단계를 추적할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이 프로젝트의 핵심입니다. 단순히 Kafka를 붙인 것이 아니라, 비동기 처리의 관측 문제를 인식하고 해결한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취소는 삭제가 아니라 반대 이벤트 발행으로 처리합니다. Saga 보상 트랜잭션의 기본 형태입니다. 멱등성은 아직 과제로 남아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리뷰 과정에서 인증은 있으나 인가가 없다는 점을 발견하고 직접 보완한 부분입니다. 문제를 찾아내고 고친 사례로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파일만 넣고 의존성을 빠뜨려 기동이 안 되던 문제입니다. 에러 메시지를 따라 원인을 좁혀 해결했습니다.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백엔드만이 아니라 사용자·관리자 화면까지 직접 만들었습니다. 특히 Event Flow Monitor는 이 프로젝트를 설명하기 위해 만든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이전에는 서비스를 하나씩 띄워야 했지만, 지금은 명령 한 줄로 인프라부터 UI, 로그 수집까지 13개 컨테이너가 순서대로 올라옵니다. healthcheck로 기동 순서를 제어한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에러 메시지에서 출발해 원인을 좁혀가는 과정을 개발자 가이드 문서에 기록해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과제를 먼저 말씀드리는 이유는, 무엇이 부족한지 알고 있다는 것 자체가 다음 단계를 설계할 수 있다는 뜻이기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저장소에 개발자 가이드와 인프라 실행 가이드를 함께 정리해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Market Platform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기반 이벤트 드리븐 E-Commerce 마이크로서비스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ORDER_CREATED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72384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11296" y="36118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511296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BROKER_ACK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611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36792" y="36118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336792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INVENTORY_UPDATED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2743200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50749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윤주영  |  Full-Stack Developer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413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JPA · React / TypeScript 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24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github.com/jooyoungyun/msa-market-platform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· 재고 · 회원을 독립 서비스로 분리하고, 서비스 간 상태 동기화를 동기 호출이 아닌 Kafka 이벤트로 처리한 E-Commerce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542032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41832" y="24871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3101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서비스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6758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· Gateway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Catalog · Order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47872" y="2286000"/>
            <a:ext cx="2542032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803904" y="24871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33101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추적 로그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36758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발행부터 재고 반영까지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상태 기록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2286000"/>
            <a:ext cx="2542032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665976" y="24871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665976" y="33101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라우트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65976" y="36758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스토어 · 모니터 · 관리자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72016" y="2286000"/>
            <a:ext cx="2542032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528048" y="24871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528048" y="331012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컨테이너 원샷 기동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28048" y="36758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한 번으로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· 서비스 · UI · ELK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05840" y="5175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5138928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처리는 “요청은 성공했는데 반영이 안 됐다”를 디버깅하기 어렵다 — 이벤트의 각 단계를 파티션·오프셋·재고 변화와 함께 적재해 화면에서 추적 가능하게 만들었다.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프로젝트인가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강의 예제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871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이도원 강사 인프런 강의 샘플 코드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joneconsulting/msa_with_spring_cloud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82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코드의 출처를 명시합니다. 남의 코드를 읽고 확장하는 일은 SI 실무의 대부분이기도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61888" y="2487168"/>
            <a:ext cx="566928" cy="457200"/>
          </a:xfrm>
          <a:prstGeom prst="rightArrow">
            <a:avLst/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66560" y="1572768"/>
            <a:ext cx="4736592" cy="2286000"/>
          </a:xfrm>
          <a:prstGeom prst="roundRect">
            <a:avLst>
              <a:gd name="adj" fmla="val 3600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0866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방향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가능한 형태로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68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수준의 동작 → 영속 데이터 · 권한 · 관측 체계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“돌아간다” → “문제가 생기면 어디서 막혔는지 보인다”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단독 → 사용자·관리자 화면까지 완결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60120" y="4343400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718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실무 경험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47488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 · 배터리 제조 IT 시스템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/ Oracle 중심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98264" y="416052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672584" y="4343400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672584" y="4718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네이티브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672584" y="5047488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· Docker · Kubernetes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적용을 목표로 한 자기주도 학습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0728" y="416052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85048" y="4343400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385048" y="4718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만들어 확인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385048" y="5047488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문서로 읽은 개념을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동작하는 시스템으로 구현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→ TO-BE : 직접 구현한 범위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 ·  강의 예제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 ·  직접 구현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751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97480" y="19568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926080" y="19568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인메모리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01968" y="21488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132320" y="19568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360920" y="19568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영속화 · 초기 데이터 시딩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60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인가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697480" y="26426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926080" y="26426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토큰 유효성만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01968" y="28346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32320" y="26426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60920" y="26426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기반 인가 · 라우트별 권한 분리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697480" y="33284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926080" y="33284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수량 동기화 예제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1968" y="35204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32320" y="33284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360920" y="33284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단계 추적 · 취소 보상 이벤트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325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697480" y="40142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926080" y="40142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01968" y="42062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40142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360920" y="40142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Monitor · ELK 로그 수집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7183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697480" y="47000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926080" y="47000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01968" y="48920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132320" y="47000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360920" y="47000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사용자 / 관리자 UI 전체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4041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환경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2697480" y="538581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2926080" y="53858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서비스별 개별 수동 실행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601968" y="5577840"/>
            <a:ext cx="384048" cy="201168"/>
          </a:xfrm>
          <a:prstGeom prst="rightArrow">
            <a:avLst/>
          </a:prstGeom>
          <a:solidFill>
            <a:srgbClr val="D3DBEC"/>
          </a:solidFill>
          <a:ln w="12700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132320" y="5385816"/>
            <a:ext cx="4572000" cy="585216"/>
          </a:xfrm>
          <a:prstGeom prst="roundRect">
            <a:avLst>
              <a:gd name="adj" fmla="val 1406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360920" y="53858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한 번으로 13개 컨테이너 기동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실습용 샘플 모듈(first-service, second-service, *-no-config, *-no-security)과 교안 자료는 제거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75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서비스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 이벤트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586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영속 계층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5727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246120" y="1664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UI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9385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 스토어 · 관리자 콘솔 · Event Flow Monitor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2231136"/>
            <a:ext cx="0" cy="256032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08960" y="2487168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D274A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246120" y="2578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:8000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8529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Cloud Gateway  ·  JWT / Role 인가  ·  Eureka :8761 서비스 디스커버리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3264408"/>
            <a:ext cx="0" cy="219456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10896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D274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324612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user-service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:9001  회원 · 로그인 · JWT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3264408"/>
            <a:ext cx="0" cy="219456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8932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D274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1264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catalog-service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:9002  상품 · Kafka Consumer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95560" y="3264408"/>
            <a:ext cx="0" cy="219456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86968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D274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90068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order-service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:9003  주문 · Kafka Producer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46817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3A2416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989320" y="468172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  ·   example-catalog-topic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95560" y="4389120"/>
            <a:ext cx="0" cy="274320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315200" y="4407408"/>
            <a:ext cx="0" cy="274320"/>
          </a:xfrm>
          <a:prstGeom prst="line">
            <a:avLst/>
          </a:prstGeom>
          <a:noFill/>
          <a:ln w="22225">
            <a:solidFill>
              <a:srgbClr val="E07B1F"/>
            </a:solidFill>
            <a:prstDash val="solid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108960" y="55321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3108960" y="5532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MariaDB   ·   msa_ecommerce   (users · catalog · orders · kafka_event_log)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23620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주문(order-service)이 이벤트를 발행하고 재고(catalog-service)가 소비한다. 두 서비스는 서로를 직접 호출하지 않는다.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2542032" cy="4251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41832" y="1874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44168" y="187452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395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41832" y="27980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41832" y="28529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" y="32552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33101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2020.0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" y="37124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41832" y="3767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JWT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" y="41696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41832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" y="46268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41832" y="4681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47872" y="1627632"/>
            <a:ext cx="2542032" cy="4251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803904" y="1874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206240" y="187452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MSA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803904" y="2395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Service Discovery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03904" y="27980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03904" y="28529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03904" y="32552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803904" y="33101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03904" y="37124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803904" y="3767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03904" y="41696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3803904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9944" y="1627632"/>
            <a:ext cx="2542032" cy="4251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665976" y="1874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068312" y="187452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665976" y="2395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65976" y="27980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665976" y="28529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665976" y="32552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665976" y="33101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5.8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65976" y="37124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665976" y="3767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65976" y="41696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665976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기반 상태 관리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272016" y="1627632"/>
            <a:ext cx="2542032" cy="42519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528048" y="1874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9930384" y="187452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관측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9528048" y="23957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10.11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528048" y="27980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528048" y="28529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· Kibana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528048" y="32552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528048" y="33101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 · Filebeat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528048" y="37124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9528048" y="3767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JSON Logging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528048" y="4169664"/>
            <a:ext cx="2029968" cy="0"/>
          </a:xfrm>
          <a:prstGeom prst="line">
            <a:avLst/>
          </a:prstGeom>
          <a:noFill/>
          <a:ln w="9525">
            <a:solidFill>
              <a:srgbClr val="D3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9528048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605332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/ Java 17 마이그레이션은 로드맵에 포함되어 있습니다 (15p 참조)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기반 주문 · 재고 동기화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주문이 저장되는 순간부터 재고에 반영되기까지, 모든 단계를 기록한다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32104" y="2212848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32104" y="22128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ORDER_STORED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974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DB 저장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96896" y="20574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16936" y="205740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063240" y="2212848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3063240" y="22128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PRODUCER_SEND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26974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발행 시도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0574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48072" y="205740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294376" y="2212848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294376" y="22128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BROKER_ACK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974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브로커 수신 확인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0574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79208" y="205740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25512" y="2212848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525512" y="22128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26974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수신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0574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10344" y="2057400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756648" y="2212848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756648" y="22128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INVENTORY_UPDATED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26974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반영 완료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  (발행 측)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79208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catalog-service  (소비 측)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88620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005840" y="4096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동기 호출이 아니라 이벤트인가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4805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서비스 장애가 주문 실패로 번지지 않는다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응답 시간이 재고 처리에 묶이지 않는다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간 배포 의존성을 끊을 수 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3886200"/>
            <a:ext cx="505663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766560" y="4096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응답에 이벤트 ID를 실어 보낸다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449884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X-Kafka-Event-Id: 9f3c1a...e7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클라이언트가 이 ID로 처리 단계를 조회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추적 로그 · Event Flow Monitor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10512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A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처리는 “요청은 성공했는데 재고가 안 줄었다”는 상황이 생긴다. 로그를 뒤져도 어느 구간에서 끊겼는지 알기 어렵다.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8264" y="160020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72584" y="1810512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212848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 측과 소비 측의 각 단계를 파티션 · 오프셋 · 재고 변화와 함께 DB 테이블에 적재하고, 이벤트 ID로 묶어 조회한다.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0728" y="1600200"/>
            <a:ext cx="3392424" cy="1828800"/>
          </a:xfrm>
          <a:prstGeom prst="roundRect">
            <a:avLst>
              <a:gd name="adj" fmla="val 4500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85048" y="1810512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212848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이벤트 하나의 전체 여정이 보인다. 실패는 CONSUMER_ERROR로 남아 원인이 그대로 노출된다.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적재 컬럼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71216" y="406908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2871216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56632" y="406908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056632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42048" y="406908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242048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27464" y="406908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427464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4617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71216" y="461772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871216" y="4617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beforeStock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56632" y="461772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056632" y="4617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afterStock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42048" y="461772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242048" y="4617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27464" y="461772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9427464" y="461772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CD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errorMessage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321808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3A2416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051560" y="5321808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예)  eventId=9f3c…  ORDER_CREATED  ·  partition=0  offset=142  ·  재고 24 → 22  ·  SUCCESS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취소 보상 트랜잭션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환경에는 롤백이 없다 — 되돌리는 대신, 반대 방향 이벤트를 발행한다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817352" cy="1417320"/>
          </a:xfrm>
          <a:prstGeom prst="roundRect">
            <a:avLst>
              <a:gd name="adj" fmla="val 5806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생성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86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차감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→ 22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256032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794760" y="2560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ORDER_CREATED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256032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256032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327648" y="2560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513064" y="256032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0536" y="256032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860536" y="2560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INVENTORY_UPDATED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10817352" cy="1417320"/>
          </a:xfrm>
          <a:prstGeom prst="roundRect">
            <a:avLst>
              <a:gd name="adj" fmla="val 5806"/>
            </a:avLst>
          </a:prstGeom>
          <a:solidFill>
            <a:srgbClr val="D6EAF0"/>
          </a:solidFill>
          <a:ln w="12700">
            <a:solidFill>
              <a:srgbClr val="D6EA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00584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취소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270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복원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→ 24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94760" y="425196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3794760" y="42519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ORDER_CANCELLED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980176" y="4251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7648" y="425196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27648" y="42519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513064" y="4251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60536" y="425196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860536" y="42519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INVENTORY_RESTORED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" y="544068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78408" y="5440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부족 시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차감을 거부하고 CONSUMER_ERROR 기록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5440680"/>
            <a:ext cx="505663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739128" y="5440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과제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5440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유니크 제약으로 Consumer 멱등성 확보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기반 Role 인가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0482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토큰이 유효한가만 확인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계정으로 로그인해도 회원 삭제 · 상품 등록 · 주문 취소가 가능한 상태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572768"/>
            <a:ext cx="5056632" cy="1600200"/>
          </a:xfrm>
          <a:prstGeom prst="roundRect">
            <a:avLst>
              <a:gd name="adj" fmla="val 5143"/>
            </a:avLst>
          </a:prstGeom>
          <a:solidFill>
            <a:srgbClr val="FBE6CE"/>
          </a:solidFill>
          <a:ln w="12700">
            <a:solidFill>
              <a:srgbClr val="FBE6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76656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0482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role 클레임 + 라우트별 권한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957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게이트웨이에서 요구 권한을 검사하고, 통과한 요청에만 사용자 정보를 헤더로 전파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3611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라우트별 요구 권한 (application.yml)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00507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AuthorizationHeaderFilter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로그인만 하면 통과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AuthorizationHeaderFilter=ADMIN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ROLE_ADMIN 만 통과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shortcutFieldOrder() 로 축약 표기를 열어 권한이 yml 한 줄로 드러난다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401568"/>
            <a:ext cx="505663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66560" y="3611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막은 것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977640"/>
            <a:ext cx="4434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시 role을 서버가 ROLE_USER로 고정 — 요청 본문을 통한 권한 상승 차단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없이 임의 userId로 주문 생성이 가능하던 라우트에 인증 적용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삭제 가능하던 Kafka 이벤트 로그를 ROLE_ADMIN 전용으로 변경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X-Auth-User-Id / Role 헤더를 게이트웨이가 덮어써 위조 차단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로그 수집 파이프라인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883664" cy="1463040"/>
          </a:xfrm>
          <a:prstGeom prst="roundRect">
            <a:avLst>
              <a:gd name="adj" fmla="val 5000"/>
            </a:avLst>
          </a:prstGeom>
          <a:solidFill>
            <a:srgbClr val="1D274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50392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logback-ecs-encoder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JSON 포맷 출력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96896" y="1965960"/>
            <a:ext cx="292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16936" y="1965960"/>
            <a:ext cx="1883664" cy="1463040"/>
          </a:xfrm>
          <a:prstGeom prst="roundRect">
            <a:avLst>
              <a:gd name="adj" fmla="val 5000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081528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Filebeat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파일 수집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볼륨 마운트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965960"/>
            <a:ext cx="292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48072" y="1965960"/>
            <a:ext cx="1883664" cy="1463040"/>
          </a:xfrm>
          <a:prstGeom prst="roundRect">
            <a:avLst>
              <a:gd name="adj" fmla="val 5000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312664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Logstash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가공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:5044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1965960"/>
            <a:ext cx="292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79208" y="1965960"/>
            <a:ext cx="1883664" cy="1463040"/>
          </a:xfrm>
          <a:prstGeom prst="roundRect">
            <a:avLst>
              <a:gd name="adj" fmla="val 5000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543800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 · 저장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:9200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1965960"/>
            <a:ext cx="292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10344" y="1965960"/>
            <a:ext cx="1883664" cy="1463040"/>
          </a:xfrm>
          <a:prstGeom prst="roundRect">
            <a:avLst>
              <a:gd name="adj" fmla="val 5000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774936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74936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Kibana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시각화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:5601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379476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1D274A"/>
          </a:solidFill>
          <a:ln w="12700">
            <a:solidFill>
              <a:srgbClr val="1D2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05840" y="40050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ECS JSON인가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3891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6개가 각자 텍스트 로그를 뿌리면 상관관계 추적이 불가능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스키마로 통일해 서비스명 · 환경 · 트레이스 필드를 표준화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Kibana에서 서비스 경계를 넘어 하나의 요청 흐름을 조회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3794760"/>
            <a:ext cx="5056632" cy="2103120"/>
          </a:xfrm>
          <a:prstGeom prst="roundRect">
            <a:avLst>
              <a:gd name="adj" fmla="val 3913"/>
            </a:avLst>
          </a:prstGeom>
          <a:solidFill>
            <a:srgbClr val="3A2416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766560" y="4005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중 만난 문제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370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ClassNotFoundException: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co.elastic.logging.logback.EcsEncoder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501091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logback-spring.xml은 적용됐지만 classpath에 encoder JAR가 없어 Logback 초기화 실패 → Spring Boot 기동 실패.  각 서비스 pom.xml에 logback-ecs-encoder 1.8.0 추가로 해결.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사용자 · 관리자 UI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62456" y="182880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31720"/>
            <a:ext cx="28437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· 상세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 / 내 주문 조회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60020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72584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182880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Flow Monitor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331720"/>
            <a:ext cx="28437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이벤트 단계 조회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ID 기준 추적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새로고침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헬스 체크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0728" y="160020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85048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87384" y="182880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콘솔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331720"/>
            <a:ext cx="28437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/ 수정 / 삭제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주문 조회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취소 (보상 이벤트)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FE6F4"/>
          </a:solidFill>
          <a:ln w="12700">
            <a:solidFill>
              <a:srgbClr val="DFE6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434840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라우트를 파일 기반으로 구성하고 관리자 영역은 별도 layout으로 분리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001768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FE6F4"/>
          </a:solidFill>
          <a:ln w="12700">
            <a:solidFill>
              <a:srgbClr val="DFE6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상태 소스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5001768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MarketProvider 하나로 세션 · 장바구니 · 주문 · 이벤트 로그를 관리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568696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FE6F4"/>
          </a:solidFill>
          <a:ln w="12700">
            <a:solidFill>
              <a:srgbClr val="DFE6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85800" y="5568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프록시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568696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next.config.ts rewrites로 /api/** 를 게이트웨이로 넘겨 CORS 없이 동작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한 번으로 전체 스택 기동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3A2416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1536192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docker compose -f docker-compose.full.yml up -d --build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542032" cy="1572768"/>
          </a:xfrm>
          <a:prstGeom prst="roundRect">
            <a:avLst>
              <a:gd name="adj" fmla="val 4651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41832" y="24871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420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MariaDB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Zookeeper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7872" y="2331720"/>
            <a:ext cx="2542032" cy="1572768"/>
          </a:xfrm>
          <a:prstGeom prst="roundRect">
            <a:avLst>
              <a:gd name="adj" fmla="val 4651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803904" y="24871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25420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 · Gateway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· Catalog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9944" y="2331720"/>
            <a:ext cx="2542032" cy="1572768"/>
          </a:xfrm>
          <a:prstGeom prst="roundRect">
            <a:avLst>
              <a:gd name="adj" fmla="val 4651"/>
            </a:avLst>
          </a:prstGeom>
          <a:solidFill>
            <a:srgbClr val="1D274A"/>
          </a:solidFill>
          <a:ln w="12700">
            <a:solidFill>
              <a:srgbClr val="3743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665976" y="24871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32904" y="25420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65976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(standalone)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72016" y="2331720"/>
            <a:ext cx="2542032" cy="1572768"/>
          </a:xfrm>
          <a:prstGeom prst="roundRect">
            <a:avLst>
              <a:gd name="adj" fmla="val 4651"/>
            </a:avLst>
          </a:prstGeom>
          <a:solidFill>
            <a:srgbClr val="1D274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528048" y="24871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094976" y="254203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528048" y="297180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Logstash · Filebeat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Kibana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11480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85800" y="411480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기동 순서 제어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4114800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condition: service_healthy — DB·Kafka·Eureka가 healthy가 된 뒤에야 애플리케이션이 뜬다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718304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85800" y="47183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멀티스테이지 빌드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4718304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Maven·Node 빌드 단계를 분리하고 런타임은 JRE / Next standalone만 담아 이미지를 경량화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32180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32E56"/>
          </a:solidFill>
          <a:ln w="12700">
            <a:solidFill>
              <a:srgbClr val="232E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85800" y="532180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환경변수 주입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5321808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접속 정보와 JWT 시크릿을 compose에서 주입 — 이미지는 그대로 두고 환경만 바꾼다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기동 후  Frontend :3300   ·   Gateway :8000   ·   Eureka :8761   ·   Kibana :5601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중 만난 문제와 해결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392424" cy="43434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× Java 25 호환성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2843784" cy="749808"/>
          </a:xfrm>
          <a:prstGeom prst="roundRect">
            <a:avLst>
              <a:gd name="adj" fmla="val 8537"/>
            </a:avLst>
          </a:prstGeom>
          <a:solidFill>
            <a:srgbClr val="3A2416"/>
          </a:solidFill>
          <a:ln w="12700">
            <a:solidFill>
              <a:srgbClr val="3A24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69848" y="2743200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ExceptionInInitializerError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com.sun.tools.javac.code.TypeTag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39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89534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1.18.16이 Java 25 javac 내부 구조와 맞지 않아 Annotation Processing 단계에서 실패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6460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12064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빌드/실행 JDK를 Java 11로 통일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8264" y="1600200"/>
            <a:ext cx="3392424" cy="43434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2584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1488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ModelMapper 자동 매핑 실패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72584" y="2743200"/>
            <a:ext cx="2843784" cy="749808"/>
          </a:xfrm>
          <a:prstGeom prst="roundRect">
            <a:avLst>
              <a:gd name="adj" fmla="val 8537"/>
            </a:avLst>
          </a:prstGeom>
          <a:solidFill>
            <a:srgbClr val="3A2416"/>
          </a:solidFill>
          <a:ln w="12700">
            <a:solidFill>
              <a:srgbClr val="3A24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782312" y="2743200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NumberConverter failed to convert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java.lang.String to java.lang.Long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3639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72584" y="389534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DTO의 String productId를 Entity의 Long id로 자동 매핑 시도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72584" y="486460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72584" y="512064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경로는 명시적 수동 매핑으로 전환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0728" y="1600200"/>
            <a:ext cx="3392424" cy="43434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85048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385048" y="214884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Encoder 클래스 없음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85048" y="2743200"/>
            <a:ext cx="2843784" cy="749808"/>
          </a:xfrm>
          <a:prstGeom prst="roundRect">
            <a:avLst>
              <a:gd name="adj" fmla="val 8537"/>
            </a:avLst>
          </a:prstGeom>
          <a:solidFill>
            <a:srgbClr val="3A2416"/>
          </a:solidFill>
          <a:ln w="12700">
            <a:solidFill>
              <a:srgbClr val="3A24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494776" y="2743200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ClassNotFoundException: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FFC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co.elastic…logback.EcsEncoder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85048" y="3639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85048" y="389534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logback-spring.xml은 적용됐지만 classpath에 encoder JAR 부재 → 기동 실패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85048" y="486460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85048" y="512064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pom.xml에 logback-ecs-encoder 1.8.0 추가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다음 단계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완성됐다고 말하지 않습니다 — 어디까지 했고, 무엇이 왜 남았는지 밝히는 편이 정확합니다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011680"/>
            <a:ext cx="9217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606040" y="2139696"/>
            <a:ext cx="8531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재고 차감 / 복원 / 재고부족 시나리오 테스트 코드 작성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유니크 제약으로 Consumer 멱등성 확보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파이프라인 구축 — 컨테이너 이미지 자동 빌드 및 배포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7879A"/>
          </a:solidFill>
          <a:ln w="12700">
            <a:solidFill>
              <a:srgbClr val="178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4290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286000" y="3429000"/>
            <a:ext cx="9217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606040" y="3557016"/>
            <a:ext cx="8531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/ Java 17 마이그레이션 (javax → jakarta, Security 설정 전면 수정)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 우회 직접 호출을 네트워크 레벨에서 차단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Resilience4J를 서비스 간 호출 경로에 전면 적용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5B678A"/>
          </a:solidFill>
          <a:ln w="12700">
            <a:solidFill>
              <a:srgbClr val="5B67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48463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286000" y="4846320"/>
            <a:ext cx="9217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606040" y="4974336"/>
            <a:ext cx="8531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배포 및 오토스케일 구성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트레이싱(Zipkin) 연동으로 요청 단위 추적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무중단 배포 전략 적용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258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프로젝트에서 얻은 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7523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26974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호출을 이벤트로 바꾸는 판단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30449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경계를 어디서 끊고 무엇을 비동기로 넘길지 직접 결정해 봤습니다.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6850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36301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비동기의 관측 문제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977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“성공했는데 반영이 안 된다”를 추적 가능하게 만드는 설계를 경험했습니다.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12700">
            <a:solidFill>
              <a:srgbClr val="E07B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45628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코드를 읽고 확장하는 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9103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23년 SI 실무에서 늘 해온 일을, 새로운 스택 위에서 다시 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96128"/>
            <a:ext cx="10817352" cy="0"/>
          </a:xfrm>
          <a:prstGeom prst="line">
            <a:avLst/>
          </a:prstGeom>
          <a:noFill/>
          <a:ln w="12700">
            <a:solidFill>
              <a:srgbClr val="2E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5760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윤주영  ·  Full-Stack Developer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7790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github.com/jooyoungyun/msa-market-platform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설계와 실행 절차는 저장소의 개발자 가이드 · Docker 인프라 가이드 문서에 정리되어 있습니다.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Microsoft Office PowerPoint</Application>
  <PresentationFormat>와이드스크린</PresentationFormat>
  <Paragraphs>406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 Market Platform 포트폴리오</dc:title>
  <dc:subject>PptxGenJS Presentation</dc:subject>
  <dc:creator>윤주영</dc:creator>
  <cp:lastModifiedBy>윤주영(juyoung jyun)[yunjy1124]</cp:lastModifiedBy>
  <cp:revision>2</cp:revision>
  <dcterms:created xsi:type="dcterms:W3CDTF">2026-09-09T01:13:41Z</dcterms:created>
  <dcterms:modified xsi:type="dcterms:W3CDTF">2026-09-10T01:33:00Z</dcterms:modified>
</cp:coreProperties>
</file>